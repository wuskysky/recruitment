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87476fca8f45ab" /><Relationship Type="http://schemas.openxmlformats.org/officeDocument/2006/relationships/extended-properties" Target="/docProps/app.xml" Id="Rc2771cc5fd5049e6" /><Relationship Type="http://schemas.openxmlformats.org/officeDocument/2006/relationships/officeDocument" Target="/ppt/presentation.xml" Id="R5b54809f303445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4a54575ca943ce"/>
  </p:sldMasterIdLst>
  <p:notesMasterIdLst>
    <p:notesMasterId xmlns:r="http://schemas.openxmlformats.org/officeDocument/2006/relationships" r:id="R721102c41a1d4d11"/>
  </p:notesMasterIdLst>
  <p:sldIdLst>
    <p:sldId xmlns:r="http://schemas.openxmlformats.org/officeDocument/2006/relationships" id="256" r:id="Ree692bb8fa0c485c"/>
    <p:sldId xmlns:r="http://schemas.openxmlformats.org/officeDocument/2006/relationships" id="257" r:id="R392cdc6b11454ed4"/>
    <p:sldId xmlns:r="http://schemas.openxmlformats.org/officeDocument/2006/relationships" id="258" r:id="Re95560dc79994d11"/>
    <p:sldId xmlns:r="http://schemas.openxmlformats.org/officeDocument/2006/relationships" id="259" r:id="Rbee77f85a9b744eb"/>
    <p:sldId xmlns:r="http://schemas.openxmlformats.org/officeDocument/2006/relationships" id="260" r:id="R251c0a4d46b34141"/>
    <p:sldId xmlns:r="http://schemas.openxmlformats.org/officeDocument/2006/relationships" id="261" r:id="Rd9e97efab3174c42"/>
    <p:sldId xmlns:r="http://schemas.openxmlformats.org/officeDocument/2006/relationships" id="262" r:id="R68d2bc7c1227419a"/>
    <p:sldId xmlns:r="http://schemas.openxmlformats.org/officeDocument/2006/relationships" id="263" r:id="R33164cf3ce924627"/>
    <p:sldId xmlns:r="http://schemas.openxmlformats.org/officeDocument/2006/relationships" id="264" r:id="R1e82de5f9e11407a"/>
    <p:sldId xmlns:r="http://schemas.openxmlformats.org/officeDocument/2006/relationships" id="265" r:id="Re574ad6b8f754041"/>
    <p:sldId xmlns:r="http://schemas.openxmlformats.org/officeDocument/2006/relationships" id="266" r:id="Rcf06580eac0b4df0"/>
    <p:sldId xmlns:r="http://schemas.openxmlformats.org/officeDocument/2006/relationships" id="267" r:id="R479b6b6a6a574552"/>
    <p:sldId xmlns:r="http://schemas.openxmlformats.org/officeDocument/2006/relationships" id="268" r:id="R385bececddcb4f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7a6e293b1b45a0" /><Relationship Type="http://schemas.openxmlformats.org/officeDocument/2006/relationships/slideMaster" Target="/ppt/slideMasters/slideMaster1.xml" Id="R344a54575ca943ce" /><Relationship Type="http://schemas.openxmlformats.org/officeDocument/2006/relationships/notesMaster" Target="/ppt/notesMasters/notesMaster1.xml" Id="R721102c41a1d4d11" /><Relationship Type="http://schemas.openxmlformats.org/officeDocument/2006/relationships/presProps" Target="/ppt/presProps.xml" Id="Rd9ce497f6d544dcc" /><Relationship Type="http://schemas.openxmlformats.org/officeDocument/2006/relationships/tableStyles" Target="/ppt/tableStyles.xml" Id="Ra7b59faa34b14776" /><Relationship Type="http://schemas.openxmlformats.org/officeDocument/2006/relationships/slide" Target="/ppt/slides/slide1.xml" Id="Ree692bb8fa0c485c" /><Relationship Type="http://schemas.openxmlformats.org/officeDocument/2006/relationships/slide" Target="/ppt/slides/slide2.xml" Id="R392cdc6b11454ed4" /><Relationship Type="http://schemas.openxmlformats.org/officeDocument/2006/relationships/slide" Target="/ppt/slides/slide3.xml" Id="Re95560dc79994d11" /><Relationship Type="http://schemas.openxmlformats.org/officeDocument/2006/relationships/slide" Target="/ppt/slides/slide4.xml" Id="Rbee77f85a9b744eb" /><Relationship Type="http://schemas.openxmlformats.org/officeDocument/2006/relationships/slide" Target="/ppt/slides/slide5.xml" Id="R251c0a4d46b34141" /><Relationship Type="http://schemas.openxmlformats.org/officeDocument/2006/relationships/slide" Target="/ppt/slides/slide6.xml" Id="Rd9e97efab3174c42" /><Relationship Type="http://schemas.openxmlformats.org/officeDocument/2006/relationships/slide" Target="/ppt/slides/slide7.xml" Id="R68d2bc7c1227419a" /><Relationship Type="http://schemas.openxmlformats.org/officeDocument/2006/relationships/slide" Target="/ppt/slides/slide8.xml" Id="R33164cf3ce924627" /><Relationship Type="http://schemas.openxmlformats.org/officeDocument/2006/relationships/slide" Target="/ppt/slides/slide9.xml" Id="R1e82de5f9e11407a" /><Relationship Type="http://schemas.openxmlformats.org/officeDocument/2006/relationships/slide" Target="/ppt/slides/slide10.xml" Id="Re574ad6b8f754041" /><Relationship Type="http://schemas.openxmlformats.org/officeDocument/2006/relationships/slide" Target="/ppt/slides/slide11.xml" Id="Rcf06580eac0b4df0" /><Relationship Type="http://schemas.openxmlformats.org/officeDocument/2006/relationships/slide" Target="/ppt/slides/slide12.xml" Id="R479b6b6a6a574552" /><Relationship Type="http://schemas.openxmlformats.org/officeDocument/2006/relationships/slide" Target="/ppt/slides/slide13.xml" Id="R385bececddcb4f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cfa3876d2943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d872ab0c874890" /><Relationship Type="http://schemas.openxmlformats.org/officeDocument/2006/relationships/notesMaster" Target="/ppt/notesMasters/notesMaster1.xml" Id="R7113cb77e51d47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204039f1704c64" /><Relationship Type="http://schemas.openxmlformats.org/officeDocument/2006/relationships/notesMaster" Target="/ppt/notesMasters/notesMaster1.xml" Id="R60111c8f598842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bbc196f0d24000" /><Relationship Type="http://schemas.openxmlformats.org/officeDocument/2006/relationships/notesMaster" Target="/ppt/notesMasters/notesMaster1.xml" Id="R4f21766564a049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ce4fbb9b134236" /><Relationship Type="http://schemas.openxmlformats.org/officeDocument/2006/relationships/notesMaster" Target="/ppt/notesMasters/notesMaster1.xml" Id="R496c4e9a8ed244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9827672d3042a9" /><Relationship Type="http://schemas.openxmlformats.org/officeDocument/2006/relationships/notesMaster" Target="/ppt/notesMasters/notesMaster1.xml" Id="R64da2ee3e84543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59e8bd66b94f81" /><Relationship Type="http://schemas.openxmlformats.org/officeDocument/2006/relationships/notesMaster" Target="/ppt/notesMasters/notesMaster1.xml" Id="R877426072c514d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2a16e500824386" /><Relationship Type="http://schemas.openxmlformats.org/officeDocument/2006/relationships/notesMaster" Target="/ppt/notesMasters/notesMaster1.xml" Id="R630b122ac86d42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255296f77145c1" /><Relationship Type="http://schemas.openxmlformats.org/officeDocument/2006/relationships/notesMaster" Target="/ppt/notesMasters/notesMaster1.xml" Id="R58c09b92c81245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a7e2bd42c14af8" /><Relationship Type="http://schemas.openxmlformats.org/officeDocument/2006/relationships/notesMaster" Target="/ppt/notesMasters/notesMaster1.xml" Id="R7cb861402a324c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2b9f543d6d43a7" /><Relationship Type="http://schemas.openxmlformats.org/officeDocument/2006/relationships/notesMaster" Target="/ppt/notesMasters/notesMaster1.xml" Id="R147bd74b26a843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0078d3ad5f4a0f" /><Relationship Type="http://schemas.openxmlformats.org/officeDocument/2006/relationships/notesMaster" Target="/ppt/notesMasters/notesMaster1.xml" Id="R710f2c96051b48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b2fb99fc264487" /><Relationship Type="http://schemas.openxmlformats.org/officeDocument/2006/relationships/notesMaster" Target="/ppt/notesMasters/notesMaster1.xml" Id="Rfa0e3b4cb11942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557f01d48547bc" /><Relationship Type="http://schemas.openxmlformats.org/officeDocument/2006/relationships/notesMaster" Target="/ppt/notesMasters/notesMaster1.xml" Id="Ra8ca1cad4d4c4b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內容來源：orientation/大纲.md；照片與標誌來源：orientation/素材.pptx。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內容來源：orientation/大纲.md；照片與標誌來源：orientation/素材.pptx。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內容來源：orientation/大纲.md；照片與標誌來源：orientation/素材.pptx。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來源：大纲.md；素材.pptx 第1頁照片。2025 Fujian Provincial College Student Robotics Competition, Cross-Strait College Student Robotics Competition, and Engineering Education Exchange.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來源：大纲.md；素材.pptx 第3頁照片。The 25th National College Student Robotics Competition, RoboMaster 2026 University League (Northeast Regional).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內容來源：orientation/大纲.md；照片與標誌來源：orientation/素材.pptx。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內容來源：orientation/大纲.md；照片與標誌來源：orientation/素材.pptx。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內容來源：orientation/大纲.md；照片與標誌來源：orientation/素材.pptx。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內容來源：orientation/大纲.md；照片與標誌來源：orientation/素材.pptx。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內容來源：orientation/大纲.md；照片與標誌來源：orientation/素材.pptx。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內容來源：orientation/大纲.md；照片與標誌來源：orientation/素材.pptx。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內容來源：orientation/大纲.md；照片與標誌來源：orientation/素材.pptx。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內容來源：orientation/大纲.md；照片與標誌來源：orientation/素材.pptx。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d8eeaca18746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a15edbdbae40ed" /><Relationship Type="http://schemas.openxmlformats.org/officeDocument/2006/relationships/slideLayout" Target="/ppt/slideLayouts/slideLayout1.xml" Id="Re899a76e064d4a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99a76e064d4a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2f41e94b64da0" /><Relationship Type="http://schemas.openxmlformats.org/officeDocument/2006/relationships/image" Target="/ppt/media/image.png" Id="R919f83d8d12b4718" /><Relationship Type="http://schemas.openxmlformats.org/officeDocument/2006/relationships/notesSlide" Target="/ppt/notesSlides/notesSlide1.xml" Id="Red8339e40fd042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938971c44497b" /><Relationship Type="http://schemas.openxmlformats.org/officeDocument/2006/relationships/notesSlide" Target="/ppt/notesSlides/notesSlide2.xml" Id="R9c1366b1b3ad4a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6b8875968441a" /><Relationship Type="http://schemas.openxmlformats.org/officeDocument/2006/relationships/notesSlide" Target="/ppt/notesSlides/notesSlide3.xml" Id="R9562a89aa17f44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a627d14fc43c9" /><Relationship Type="http://schemas.openxmlformats.org/officeDocument/2006/relationships/image" Target="/ppt/media/image.jpeg" Id="Rc5811ee071544b23" /><Relationship Type="http://schemas.openxmlformats.org/officeDocument/2006/relationships/notesSlide" Target="/ppt/notesSlides/notesSlide4.xml" Id="R90575f4a3dd640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148178e464a07" /><Relationship Type="http://schemas.openxmlformats.org/officeDocument/2006/relationships/image" Target="/ppt/media/image2.jpeg" Id="R149886497a1143b2" /><Relationship Type="http://schemas.openxmlformats.org/officeDocument/2006/relationships/notesSlide" Target="/ppt/notesSlides/notesSlide5.xml" Id="R9188697b43d444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84eec179445cf" /><Relationship Type="http://schemas.openxmlformats.org/officeDocument/2006/relationships/image" Target="/ppt/media/image3.jpeg" Id="R6ec29e5d99ec4543" /><Relationship Type="http://schemas.openxmlformats.org/officeDocument/2006/relationships/notesSlide" Target="/ppt/notesSlides/notesSlide6.xml" Id="R0c67bac0549742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28fa33ceb4a0c" /><Relationship Type="http://schemas.openxmlformats.org/officeDocument/2006/relationships/notesSlide" Target="/ppt/notesSlides/notesSlide7.xml" Id="Rad96a44110b447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2baf1e3e541aa" /><Relationship Type="http://schemas.openxmlformats.org/officeDocument/2006/relationships/notesSlide" Target="/ppt/notesSlides/notesSlide8.xml" Id="Re6c0ed58ebf145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a960d9af845f5" /><Relationship Type="http://schemas.openxmlformats.org/officeDocument/2006/relationships/notesSlide" Target="/ppt/notesSlides/notesSlide9.xml" Id="R1d8ae04f032941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82e6482004974" /><Relationship Type="http://schemas.openxmlformats.org/officeDocument/2006/relationships/notesSlide" Target="/ppt/notesSlides/notesSlide10.xml" Id="Rd4c544cf75d445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3d387bd834a75" /><Relationship Type="http://schemas.openxmlformats.org/officeDocument/2006/relationships/notesSlide" Target="/ppt/notesSlides/notesSlide11.xml" Id="Rd4b33b5dff5040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85884237b4530" /><Relationship Type="http://schemas.openxmlformats.org/officeDocument/2006/relationships/notesSlide" Target="/ppt/notesSlides/notesSlide12.xml" Id="R3c14f3d0fba943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250bf670d4b05" /><Relationship Type="http://schemas.openxmlformats.org/officeDocument/2006/relationships/notesSlide" Target="/ppt/notesSlides/notesSlide13.xml" Id="R12a78722632842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7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BD121-F761-4AB1-AC6F-688ECB9D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AzureSky 機器人戰隊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66C68-0693-4C45-BEB0-6B565E7C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rPr>
              <a:t>AzureSky Robotics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6E5B0-F958-4E3D-8E1C-F640760D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f83d8d12b4718"/>
          <a:stretch xmlns:a="http://schemas.openxmlformats.org/drawingml/2006/main"/>
        </p:blipFill>
        <p:spPr>
          <a:xfrm xmlns:a="http://schemas.openxmlformats.org/drawingml/2006/main">
            <a:off x="8429625" y="2057400"/>
            <a:ext cx="2571750" cy="2571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69EB1-CE90-4C0F-A2B2-5BFBCC1D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7620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2026 招新介紹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D0348-1BB4-40C2-96FE-7627CBB3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rPr>
              <a:t>Recruitment &amp; Orientation</a:t>
            </a:r>
          </a:p>
        </p:txBody>
      </p:sp>
    </p:spTree>
    <p:extLst>
      <p:ext uri="{BB962C8B-B14F-4D97-AF65-F5344CB8AC3E}">
        <p14:creationId xmlns:p14="http://schemas.microsoft.com/office/powerpoint/2010/main" val="1632134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7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1DD78-966D-4506-B862-FD72CD3A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指導老師介紹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BC1E9-A094-4DD2-B0DB-4C54E6DD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rPr>
              <a:t>Faculty Advisor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85DD1-5525-461A-8226-B5FDCD3B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82696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7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5F495-DFE2-410B-969C-5C12A7DD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戰隊基本介紹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370A7-3DC8-4A48-9857-74C28DB0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rPr>
              <a:t>Team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529C1-6F20-4D94-B54C-611B6D9D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36FBA-AD55-4BAF-8D29-65702B1A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5100" b="1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rPr>
              <a:t>2025.05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241CB-D40F-487B-A2DA-621E5041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rPr>
              <a:t>戰隊成立 / Founded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2B24E-0470-4EF7-A368-058804A1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00250"/>
            <a:ext cx="609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參與中國及亞洲地區的</a:t>
            </a:r>
          </a:p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機器人賽事與技術交流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0C465-62B2-4007-9BDE-F3E0A22A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62250"/>
            <a:ext cx="609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rPr>
              <a:t>Robotics competitions and technical exchange in China and across Asia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305D1-0DFA-4C70-8C3D-A00254A7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162425"/>
            <a:ext cx="609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透過真實專案與競賽</a:t>
            </a:r>
          </a:p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培養年輕的機器人工程師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171FA-1917-45D9-B11E-CA8B4AD0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924425"/>
            <a:ext cx="609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rPr>
              <a:t>Developing young robotics engineers through real projects and competitions</a:t>
            </a:r>
          </a:p>
        </p:txBody>
      </p:sp>
    </p:spTree>
    <p:extLst>
      <p:ext uri="{BB962C8B-B14F-4D97-AF65-F5344CB8AC3E}">
        <p14:creationId xmlns:p14="http://schemas.microsoft.com/office/powerpoint/2010/main" val="2034913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7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092C8-C474-4D2A-85AC-5552C4F4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首次賽事實踐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E5AAF-33D3-4C19-9224-AEF60B92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rPr>
              <a:t>Competition Experience / Xiamen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3C5CB-D831-482C-B0AF-4D2B9D7E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1861B-7D53-4B8D-A790-6AF1FCBC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rPr>
              <a:t>2025.11  廈門大學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D386F-FEBD-474E-A323-5BB63263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5219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福建省大學生機器人大賽暨</a:t>
            </a:r>
          </a:p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海峽兩岸大學生機器人競賽</a:t>
            </a:r>
          </a:p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與工程教育交流會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2E13F-27CD-4842-B351-52302784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14825"/>
            <a:ext cx="523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rPr>
              <a:t>智慧車賽道與 RM 賽道</a:t>
            </a:r>
          </a:p>
          <a:p xmlns:a="http://schemas.openxmlformats.org/drawingml/2006/main">
            <a:pPr>
              <a:defRPr sz="2025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rPr>
              <a:t>累積現場除錯與賽事協作經驗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E4071-B8EB-48FD-9916-24E19400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5286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rPr>
              <a:t>Intelligent Vehicle and RoboMaster divisions</a:t>
            </a:r>
          </a:p>
          <a:p xmlns:a="http://schemas.openxmlformats.org/drawingml/2006/main">
            <a:pPr>
              <a:defRPr sz="165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rPr>
              <a:t>On-site debugging and competition teamwork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11ee071544b23"/>
          <a:stretch xmlns:a="http://schemas.openxmlformats.org/drawingml/2006/main"/>
        </p:blipFill>
        <p:spPr>
          <a:xfrm xmlns:a="http://schemas.openxmlformats.org/drawingml/2006/main">
            <a:off x="6172200" y="2241151"/>
            <a:ext cx="5391150" cy="40425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0977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7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A06CC-D380-47E6-B09C-D68F0F98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RoboMaster 2026 高校聯盟賽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3F8B7-1275-4212-BEEA-D2C928AE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rPr>
              <a:t>RoboMaster 2026 University League / Northeast Regional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42C12-BD9E-4B77-BA12-73AEC2FA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08464-629B-4065-A4C2-F69C5035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rPr>
              <a:t>2026.03  瀋陽理工大學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886497a1143b2"/>
          <a:stretch xmlns:a="http://schemas.openxmlformats.org/drawingml/2006/main"/>
        </p:blipFill>
        <p:spPr>
          <a:xfrm xmlns:a="http://schemas.openxmlformats.org/drawingml/2006/main">
            <a:off x="1508125" y="2628900"/>
            <a:ext cx="4699000" cy="3524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CCD2D-B2C2-41CD-B56A-E1876A86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8130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第二十五屆</a:t>
            </a:r>
          </a:p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全國大學生機器人大賽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3CDB5-66F8-4536-B9EB-74C4D8BC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48125"/>
            <a:ext cx="4000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rPr>
              <a:t>步兵對抗賽</a:t>
            </a:r>
          </a:p>
          <a:p xmlns:a="http://schemas.openxmlformats.org/drawingml/2006/main">
            <a:pPr>
              <a:defRPr sz="2025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rPr>
              <a:t>Infantry Battle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rPr>
              <a:t>3V3 對抗賽</a:t>
            </a:r>
          </a:p>
          <a:p xmlns:a="http://schemas.openxmlformats.org/drawingml/2006/main">
            <a:pPr>
              <a:defRPr sz="2025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rPr>
              <a:t>3v3 Battle</a:t>
            </a:r>
          </a:p>
        </p:txBody>
      </p:sp>
    </p:spTree>
    <p:extLst>
      <p:ext uri="{BB962C8B-B14F-4D97-AF65-F5344CB8AC3E}">
        <p14:creationId xmlns:p14="http://schemas.microsoft.com/office/powerpoint/2010/main" val="6432444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17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2D4DE-DF7C-42A4-B0DD-05AFF908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ABU Robocon 2026 國際賽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B200A-C4D3-430B-98D6-3325D6BB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rPr>
              <a:t>ABU Robocon 2026 International Competition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09332-7B98-43F2-9E69-D2AEA949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BFA68-2F24-429F-BD36-68E72C03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rPr>
              <a:t>2026.08.23  中國香港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29e5d99ec4543"/>
          <a:stretch xmlns:a="http://schemas.openxmlformats.org/drawingml/2006/main"/>
        </p:blipFill>
        <p:spPr>
          <a:xfrm xmlns:a="http://schemas.openxmlformats.org/drawingml/2006/main">
            <a:off x="1447316" y="2571750"/>
            <a:ext cx="4953967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165AD-F194-4D25-B903-D2CA38D5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14625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武林至尊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111FE-F9F8-4CBD-8C5F-C88984DF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47662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rPr>
              <a:t>Kung Fu 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F5DE1-7D03-4BC8-AB2F-00717E90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286250"/>
            <a:ext cx="3752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rPr>
              <a:t>與亞太地區高校</a:t>
            </a:r>
          </a:p>
          <a:p xmlns:a="http://schemas.openxmlformats.org/drawingml/2006/main">
            <a:pPr>
              <a:defRPr sz="2250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rPr>
              <a:t>機器人團隊交流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EFEF4-D892-49BD-9E82-FD13E451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429250"/>
            <a:ext cx="3733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rPr>
              <a:t>Exchange with university robotics</a:t>
            </a:r>
          </a:p>
          <a:p xmlns:a="http://schemas.openxmlformats.org/drawingml/2006/main">
            <a:pPr>
              <a:defRPr sz="1725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rPr>
              <a:t>teams across Asia-Pacific</a:t>
            </a:r>
          </a:p>
        </p:txBody>
      </p:sp>
    </p:spTree>
    <p:extLst>
      <p:ext uri="{BB962C8B-B14F-4D97-AF65-F5344CB8AC3E}">
        <p14:creationId xmlns:p14="http://schemas.microsoft.com/office/powerpoint/2010/main" val="1922264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17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9D119-878D-44E4-8254-9CDFB2F1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下賽季目標與展望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4A665-6B07-4820-9000-573AD23D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rPr>
              <a:t>Goals and Outlook for the Next Season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CD5E8-3ADA-48F5-BF9B-7F40A261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1DE12-91AF-4327-B3D8-93471D81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000" b="1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rPr>
              <a:t>2027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1987F-A101-4A62-8BD8-5E8AA721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955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RoboMaster 高校聯盟賽</a:t>
            </a:r>
          </a:p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3V3 對抗賽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47E76-BC05-4238-9EDD-F941A284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57500"/>
            <a:ext cx="657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rPr>
              <a:t>RoboMaster 2027 University League</a:t>
            </a:r>
          </a:p>
          <a:p xmlns:a="http://schemas.openxmlformats.org/drawingml/2006/main">
            <a:pPr>
              <a:defRPr sz="180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rPr>
              <a:t>3v3 Battle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A1ED5-06EA-42C7-B43D-8706D610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00525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第二十六屆全國大學生</a:t>
            </a:r>
          </a:p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機器人大賽 ROBOCON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8072F-B5D6-488A-897B-1FCF310A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962525"/>
            <a:ext cx="657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rPr>
              <a:t>The 26th National College Student</a:t>
            </a:r>
          </a:p>
          <a:p xmlns:a="http://schemas.openxmlformats.org/drawingml/2006/main">
            <a:pPr>
              <a:defRPr sz="180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rPr>
              <a:t>Robotics Competition / ROBOCON 2027</a:t>
            </a:r>
          </a:p>
        </p:txBody>
      </p:sp>
    </p:spTree>
    <p:extLst>
      <p:ext uri="{BB962C8B-B14F-4D97-AF65-F5344CB8AC3E}">
        <p14:creationId xmlns:p14="http://schemas.microsoft.com/office/powerpoint/2010/main" val="12321883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17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7A8F7-6A4C-4E63-9593-5141E05A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熱愛比基礎更重要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911D1-D6FE-492F-AE79-F991D41C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rPr>
              <a:t>Passion Matters More Than Prior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7130D-EFD9-47F6-BDA5-1F840AC5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085A9-FEF2-4BC0-AD5C-7E336F03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650" b="1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rPr>
              <a:t>願意學，願意做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A19B9-7757-4128-B179-FB879F38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10810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rPr>
              <a:t>無須在加入前具備完整知識或比賽經驗。</a:t>
            </a:r>
          </a:p>
          <a:p xmlns:a="http://schemas.openxmlformats.org/drawingml/2006/main">
            <a:pPr>
              <a:defRPr sz="2250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rPr>
              <a:t>我們看重真正的興趣、主動學習，以及持續嘗試的態度。</a:t>
            </a:r>
          </a:p>
          <a:p xmlns:a="http://schemas.openxmlformats.org/drawingml/2006/main">
            <a:pPr>
              <a:defRPr sz="2250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rPr>
              <a:t>基礎可以在實踐中逐步建立。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93CE9-529E-4ADE-8CB8-02093E03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67325"/>
            <a:ext cx="10810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rPr>
              <a:t>You do not need complete technical knowledge or competition experience to join.</a:t>
            </a:r>
          </a:p>
          <a:p xmlns:a="http://schemas.openxmlformats.org/drawingml/2006/main">
            <a:pPr>
              <a:defRPr sz="180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rPr>
              <a:t>We value interest in robotics, proactive learning and persistence.</a:t>
            </a:r>
          </a:p>
          <a:p xmlns:a="http://schemas.openxmlformats.org/drawingml/2006/main">
            <a:pPr>
              <a:defRPr sz="180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rPr>
              <a:t>You can build a strong foundation through practice.</a:t>
            </a:r>
          </a:p>
        </p:txBody>
      </p:sp>
    </p:spTree>
    <p:extLst>
      <p:ext uri="{BB962C8B-B14F-4D97-AF65-F5344CB8AC3E}">
        <p14:creationId xmlns:p14="http://schemas.microsoft.com/office/powerpoint/2010/main" val="12190116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C17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06402-B999-4C8B-90D7-17107A31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招新是一次雙向選擇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CEE5A-F95F-4D61-8FB5-76D2822C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rPr>
              <a:t>Recruitment Is a Two-Way Choice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72DC8-9135-47BB-BA8F-B73D69A4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A34E3-4004-4CA8-8462-D14D36A5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戰隊瞭解你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1AB00-950F-42D5-A768-4945E6AE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rPr>
              <a:t>Your interests, willingness to learn and approach to collaboration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61392-3431-47EE-8A10-051F4916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rPr>
              <a:t>興趣、學習意願與協作方式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2225F-B924-4F60-B972-BBA321DC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你也瞭解戰隊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34E31-ACD0-4F8B-B29C-B26E0BAA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03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rPr>
              <a:t>Team activities, time commitment and pace of collaboration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B4818-7950-4FBA-BD00-A78EE044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rPr>
              <a:t>工作內容、時間投入與協作節奏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70361-52EC-4AF8-BE52-26222E5E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rPr>
              <a:t>面試讓雙方充分瞭解，判斷是否適合長期合作。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5EF49-43D9-4F91-8607-84EAC19F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rPr>
              <a:t>The interview helps both sides assess a long-term fit.</a:t>
            </a:r>
          </a:p>
        </p:txBody>
      </p:sp>
    </p:spTree>
    <p:extLst>
      <p:ext uri="{BB962C8B-B14F-4D97-AF65-F5344CB8AC3E}">
        <p14:creationId xmlns:p14="http://schemas.microsoft.com/office/powerpoint/2010/main" val="8335916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17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ABAAC-4739-466F-8022-4D4782B9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時間節點與對應內容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4BA30-0587-485D-A3B3-C7A07D68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rPr>
              <a:t>Recruitment Timeline and Activities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5E201-3292-4B66-A030-5DFA4B04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535371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C17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24F20-8033-4D3A-A3BF-E8D0F64D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面試安排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7D71D-40DD-4C08-A26B-D9952C6E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rPr>
              <a:t>Interview Arrangements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1AD4B-5F71-4F46-BE2B-8384331F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0810F-7CB6-4529-8C89-58D685DE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1047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5400" b="1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rPr>
              <a:t>9 月 22–24 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64F6C-D66C-4775-B640-D160ECB5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99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rPr>
              <a:t>September 22–24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5691C-06B6-459C-8D81-8861ADB5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5953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3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19:00–22:00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8E19C-C04A-47AD-98E6-20F027FE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48175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3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A204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5FCF7-F74F-43B1-835D-F34A2B7E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595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rPr>
              <a:t>面試時間 /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1DC93-9F66-4003-BF03-0D22BD82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419725"/>
            <a:ext cx="319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rPr>
              <a:t>面試地點 / Location</a:t>
            </a:r>
          </a:p>
        </p:txBody>
      </p:sp>
    </p:spTree>
    <p:extLst>
      <p:ext uri="{BB962C8B-B14F-4D97-AF65-F5344CB8AC3E}">
        <p14:creationId xmlns:p14="http://schemas.microsoft.com/office/powerpoint/2010/main" val="19842751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C17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D3A2E-6F83-4550-9A24-036D5073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Google 表單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F1F8B-3C74-4582-80CF-A7323DC0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rPr>
              <a:t>Google 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91C00-0499-43ED-B603-750D1337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494060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C17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B7F7B-4D95-4FA7-9876-C03EA440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筆記型電腦準備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3B55C-F5FC-4FC2-8BAC-200EA96C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rPr>
              <a:t>Laptop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2D8BF-8AE8-43DD-AB8A-2E45232A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8295AD"/>
                </a:solidFill>
                <a:latin typeface="Noto Sans CJK TC"/>
                <a:ea typeface="Noto Sans CJK TC"/>
                <a:cs typeface="Noto Sans CJK T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5A0B9-D25E-4379-93F3-BCC3CC62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050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75" b="1">
                <a:solidFill>
                  <a:srgbClr val="6DC8EE"/>
                </a:solidFill>
                <a:latin typeface="Noto Sans CJK TC"/>
                <a:ea typeface="Noto Sans CJK TC"/>
                <a:cs typeface="Noto Sans CJK TC"/>
              </a:rPr>
              <a:t>建議準備非 Mac 筆記型電腦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222D9-4FC2-4A99-AD0B-6F5058CA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效能良好，儲存空間充足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4EB01-DF1A-4B85-804F-8998735C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E7EEF7"/>
                </a:solidFill>
                <a:latin typeface="Noto Sans CJK TC"/>
                <a:ea typeface="Noto Sans CJK TC"/>
                <a:cs typeface="Noto Sans CJK TC"/>
              </a:rPr>
              <a:t>用於開發環境、工程軟體、模擬與程式碼編譯。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CC9CC-D259-4B7B-BAE2-97F3D982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24475"/>
            <a:ext cx="10858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rPr>
              <a:t>We recommend a non-Mac laptop with solid performance and sufficient storage</a:t>
            </a:r>
          </a:p>
          <a:p xmlns:a="http://schemas.openxmlformats.org/drawingml/2006/main">
            <a:pPr>
              <a:defRPr sz="1875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AC9DA"/>
                </a:solidFill>
                <a:latin typeface="Noto Sans CJK TC"/>
                <a:ea typeface="Noto Sans CJK TC"/>
                <a:cs typeface="Noto Sans CJK TC"/>
              </a:rPr>
              <a:t>for development environments, engineering software, simulation and code compilation.</a:t>
            </a:r>
          </a:p>
        </p:txBody>
      </p:sp>
    </p:spTree>
    <p:extLst>
      <p:ext uri="{BB962C8B-B14F-4D97-AF65-F5344CB8AC3E}">
        <p14:creationId xmlns:p14="http://schemas.microsoft.com/office/powerpoint/2010/main" val="1931445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2026-09-13T17:26:58.9570000Z</dcterms:created>
  <dcterms:modified xsi:type="dcterms:W3CDTF">2026-09-13T17:26:58.9570000Z</dcterms:modified>
</coreProperties>
</file>